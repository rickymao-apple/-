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总结</a:t>
            </a:r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一、转方式，调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重心迁移，</a:t>
            </a:r>
            <a:r>
              <a:rPr lang="zh-CN" altLang="en-US"/>
              <a:t>重视基础</a:t>
            </a:r>
            <a:endParaRPr lang="zh-CN" altLang="en-US"/>
          </a:p>
          <a:p>
            <a:r>
              <a:rPr lang="zh-CN" altLang="en-US"/>
              <a:t>能力提高，学思维</a:t>
            </a:r>
            <a:r>
              <a:rPr lang="zh-CN" altLang="en-US"/>
              <a:t>不背套路</a:t>
            </a:r>
            <a:endParaRPr lang="zh-CN" altLang="en-US"/>
          </a:p>
          <a:p>
            <a:r>
              <a:rPr lang="zh-CN" altLang="en-US"/>
              <a:t>分配各科时间</a:t>
            </a:r>
            <a:endParaRPr lang="zh-CN" altLang="en-US"/>
          </a:p>
          <a:p>
            <a:r>
              <a:rPr lang="zh-CN" altLang="en-US"/>
              <a:t>物质第一性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</a:t>
            </a:r>
            <a:r>
              <a:rPr lang="zh-CN" altLang="en-US"/>
              <a:t>个性化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内容、方法、时间</a:t>
            </a:r>
            <a:r>
              <a:rPr lang="zh-CN" altLang="en-US"/>
              <a:t>……</a:t>
            </a:r>
            <a:endParaRPr lang="zh-CN" altLang="en-US"/>
          </a:p>
          <a:p>
            <a:r>
              <a:rPr lang="zh-CN" altLang="en-US"/>
              <a:t>错题本：深度学习，</a:t>
            </a:r>
            <a:r>
              <a:rPr lang="zh-CN" altLang="en-US"/>
              <a:t>不重复犯错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三、劳逸结合，</a:t>
            </a:r>
            <a:r>
              <a:rPr lang="zh-CN" altLang="en-US"/>
              <a:t>尊重规律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“不抓每一分钟学习，</a:t>
            </a:r>
            <a:r>
              <a:rPr lang="zh-CN" altLang="en-US"/>
              <a:t>抓住学习的每一分钟”</a:t>
            </a:r>
            <a:endParaRPr lang="zh-CN" altLang="en-US"/>
          </a:p>
          <a:p>
            <a:r>
              <a:rPr lang="zh-CN" altLang="en-US"/>
              <a:t>作息规律</a:t>
            </a:r>
            <a:endParaRPr lang="zh-CN" altLang="en-US"/>
          </a:p>
          <a:p>
            <a:r>
              <a:rPr lang="zh-CN" altLang="en-US"/>
              <a:t>身体健康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四、长期主义，</a:t>
            </a:r>
            <a:r>
              <a:rPr lang="zh-CN" altLang="en-US"/>
              <a:t>内在驱动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立目标、</a:t>
            </a:r>
            <a:r>
              <a:rPr lang="zh-CN" altLang="en-US"/>
              <a:t>人生规划</a:t>
            </a:r>
            <a:endParaRPr lang="zh-CN" altLang="en-US"/>
          </a:p>
          <a:p>
            <a:r>
              <a:rPr lang="zh-CN" altLang="en-US"/>
              <a:t>摒弃“做题家”</a:t>
            </a:r>
            <a:r>
              <a:rPr lang="zh-CN" altLang="en-US"/>
              <a:t>思维</a:t>
            </a:r>
            <a:endParaRPr lang="zh-CN" altLang="en-US"/>
          </a:p>
          <a:p>
            <a:r>
              <a:rPr lang="zh-CN" altLang="en-US"/>
              <a:t>自主学习能力—学习</a:t>
            </a:r>
            <a:r>
              <a:rPr lang="zh-CN" altLang="en-US"/>
              <a:t>阶段过渡</a:t>
            </a:r>
            <a:endParaRPr lang="zh-CN" altLang="en-US"/>
          </a:p>
          <a:p>
            <a:r>
              <a:rPr lang="zh-CN" altLang="en-US"/>
              <a:t>耐心，</a:t>
            </a:r>
            <a:r>
              <a:rPr lang="zh-CN" altLang="en-US"/>
              <a:t>不要过早放弃</a:t>
            </a:r>
            <a:endParaRPr lang="zh-CN" altLang="en-US"/>
          </a:p>
          <a:p>
            <a:r>
              <a:rPr lang="zh-CN" altLang="en-US"/>
              <a:t>培养核心能力、个人</a:t>
            </a:r>
            <a:r>
              <a:rPr lang="zh-CN" altLang="en-US"/>
              <a:t>竞争力</a:t>
            </a:r>
            <a:endParaRPr lang="zh-CN" altLang="en-US"/>
          </a:p>
        </p:txBody>
      </p:sp>
      <p:pic>
        <p:nvPicPr>
          <p:cNvPr id="4" name="图片 3" descr="截屏2025-12-29 13.14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4045" y="2343150"/>
            <a:ext cx="7639050" cy="4514850"/>
          </a:xfrm>
          <a:prstGeom prst="rect">
            <a:avLst/>
          </a:prstGeom>
        </p:spPr>
      </p:pic>
      <p:pic>
        <p:nvPicPr>
          <p:cNvPr id="5" name="图片 4" descr="截屏2025-12-29 13.15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880" y="1987550"/>
            <a:ext cx="5683885" cy="4870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文字</Application>
  <PresentationFormat>宽屏</PresentationFormat>
  <Paragraphs>28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de~liky</cp:lastModifiedBy>
  <cp:revision>9</cp:revision>
  <dcterms:created xsi:type="dcterms:W3CDTF">2025-12-29T05:17:33Z</dcterms:created>
  <dcterms:modified xsi:type="dcterms:W3CDTF">2025-12-29T05:17:33Z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14359830348128299F08526926F82929_41</vt:lpwstr>
  </property>
</Properties>
</file>